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356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2CF6-93F0-C7B0-AAC5-B15D3375C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875FC-C3FB-9CA7-28BB-AF5EBA0F4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6B431-0B1E-5F36-1203-6E3562B0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D11D0-0881-0582-0EB3-75CFA704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FADD-E8F7-E3B3-CD3C-9E1C6A0F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3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A8C6-DD2A-7E32-F956-1C28971E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751E-8E01-5ED2-7955-B65A79307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4DBAF-510F-0117-AB69-188A6A47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BE26A-5196-7AD3-C957-7884E6BA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EBA9-D6FE-1C08-3005-8A6A48D4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4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BD11-3080-C496-BDC6-0D91D65C4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2407B-247F-C8F1-1157-57337056A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F4026-C80A-D55F-3518-AD783A3B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664C3-4EF2-48F3-3D32-57260031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B0E8-5E7F-1BE7-713C-E0F0DBF8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0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14C6-5D12-1F76-AA23-69170047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AA24-1D9E-243B-59A9-EA7C64923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D8084-F742-0C53-B38E-7816C2696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2A79-396B-1723-66C2-1058AB8B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1489F-BC53-CBBA-90A8-1041B87D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667D0-A93F-4CE0-9F4C-7C9F9ECF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6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F003-ADC8-53D8-DA37-1D28BCE6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C8B29-939D-6A34-0284-44004DC1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5B9CE-63D5-D419-4420-B28387A20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29971-B610-CCFE-0D91-FD3B45445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BA9F1-0D20-E635-4947-8435827DE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74124-E157-FAAC-5925-55C06CB6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CF43A-551D-D562-6330-0FCFAB41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89EE8-598F-0348-BC3E-5A5F944E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6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0DD5-3E87-31F8-2C8F-A2FB03B5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DCBD6-A3F3-D186-E0D2-DB9F8AB9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4D8A5-BFC4-171C-44BE-FB0B5D9D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93D6B-120F-D87F-9781-03071979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3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EAEC8-EF6A-DFDB-A986-AA1521AC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7629-C1F6-ED7F-63AB-9E99C5A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168F8-A0A4-6523-846E-7F5765E0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8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632E-3E6B-14D4-D00C-30A016AA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998D-6FCB-8257-C2AC-78B5BC6A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00A61-0C02-E059-5168-F69A0758F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8516-1BD5-D2EB-6A89-6CE4E2ED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53156-58B1-D5F4-9DF4-8DF6EF0F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F96F0-62FE-FE5B-A02A-F58EA415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EB88-453B-8550-6910-1BE1D220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47E38-AF10-EF6D-25C9-1C9C2099E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14989-8688-C68A-25B0-32A04CAC4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99B6F-A469-F031-7685-6800EC63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453F0-87AB-0D46-96FF-FE6014E7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41A59-1008-0B9B-D384-CC0771D6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DC12-A681-74A8-1CED-02784878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E0586-2093-8F87-C083-5AF2ECCA5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CCBED-8F28-D09C-E55B-34D45B3D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2B5FF-8E7B-75B8-AEB1-A77646E9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FF573-2B3F-4D81-F025-9D7B9594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28AA2-0D61-B36B-44B1-A5C885812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AD9FC-0508-4107-1517-F4163384B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D2D22-8318-A24C-B32B-6182F29B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AD676-5B5A-BDC9-30AC-231D529B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5D598-FA3D-3E08-ED2C-DA04A2A3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7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6E023-EABF-F999-DDE7-24435799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A3E1E-4AE0-DC4A-887B-BDFA378C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59B7-7AA4-8772-9516-5299E7B33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51878-E37B-4750-806A-2AF402944E9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4FEBE-764B-CC47-DB9C-AAA26386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5917A-7F8E-9FF5-E75F-72174826C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864B8-422F-4C53-BDFE-D4D81F9E0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5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2E29297-2773-F9AD-9CE8-CD158FF84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2" t="15997" b="5413"/>
          <a:stretch>
            <a:fillRect/>
          </a:stretch>
        </p:blipFill>
        <p:spPr>
          <a:xfrm rot="5400000">
            <a:off x="499789" y="1341618"/>
            <a:ext cx="5647208" cy="37963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9DE8C9-8A0C-42D6-F5F7-C7DB43493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0" b="4919"/>
          <a:stretch>
            <a:fillRect/>
          </a:stretch>
        </p:blipFill>
        <p:spPr>
          <a:xfrm>
            <a:off x="5929465" y="416210"/>
            <a:ext cx="3514245" cy="5647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AFE861-F08E-E4F3-6E3A-8C5095D3953E}"/>
              </a:ext>
            </a:extLst>
          </p:cNvPr>
          <p:cNvSpPr txBox="1"/>
          <p:nvPr/>
        </p:nvSpPr>
        <p:spPr>
          <a:xfrm>
            <a:off x="2535089" y="2642300"/>
            <a:ext cx="88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9A151C-B009-9BB8-4564-FAAF8D201A33}"/>
              </a:ext>
            </a:extLst>
          </p:cNvPr>
          <p:cNvSpPr txBox="1"/>
          <p:nvPr/>
        </p:nvSpPr>
        <p:spPr>
          <a:xfrm>
            <a:off x="7114452" y="2050568"/>
            <a:ext cx="74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9A589-337C-CA19-5DBC-24A6AFD5E702}"/>
              </a:ext>
            </a:extLst>
          </p:cNvPr>
          <p:cNvSpPr txBox="1"/>
          <p:nvPr/>
        </p:nvSpPr>
        <p:spPr>
          <a:xfrm>
            <a:off x="2319068" y="2235234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Limelight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79639-DD65-866F-97C7-444A6C3C344B}"/>
              </a:ext>
            </a:extLst>
          </p:cNvPr>
          <p:cNvSpPr txBox="1"/>
          <p:nvPr/>
        </p:nvSpPr>
        <p:spPr>
          <a:xfrm>
            <a:off x="3758494" y="301163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 #3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127B14-00A8-547E-098B-2244578AD1CF}"/>
              </a:ext>
            </a:extLst>
          </p:cNvPr>
          <p:cNvCxnSpPr>
            <a:cxnSpLocks/>
          </p:cNvCxnSpPr>
          <p:nvPr/>
        </p:nvCxnSpPr>
        <p:spPr>
          <a:xfrm flipH="1" flipV="1">
            <a:off x="4004435" y="2781037"/>
            <a:ext cx="126124" cy="32161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58D9E2-57AD-0B71-5D06-F34377D122DE}"/>
              </a:ext>
            </a:extLst>
          </p:cNvPr>
          <p:cNvSpPr txBox="1"/>
          <p:nvPr/>
        </p:nvSpPr>
        <p:spPr>
          <a:xfrm>
            <a:off x="3203534" y="77172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421662-FB66-C2D2-C47B-1077DE83FFC6}"/>
              </a:ext>
            </a:extLst>
          </p:cNvPr>
          <p:cNvSpPr txBox="1"/>
          <p:nvPr/>
        </p:nvSpPr>
        <p:spPr>
          <a:xfrm>
            <a:off x="4327614" y="89889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32CDB-6B34-A6BC-3CF7-2B053B54FB6E}"/>
              </a:ext>
            </a:extLst>
          </p:cNvPr>
          <p:cNvSpPr txBox="1"/>
          <p:nvPr/>
        </p:nvSpPr>
        <p:spPr>
          <a:xfrm>
            <a:off x="7428033" y="4773799"/>
            <a:ext cx="61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E86921-D7C6-4D85-975A-68B0628510AE}"/>
              </a:ext>
            </a:extLst>
          </p:cNvPr>
          <p:cNvSpPr txBox="1"/>
          <p:nvPr/>
        </p:nvSpPr>
        <p:spPr>
          <a:xfrm>
            <a:off x="5929465" y="2088302"/>
            <a:ext cx="9044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 #1</a:t>
            </a:r>
          </a:p>
          <a:p>
            <a:endParaRPr lang="en-US" dirty="0"/>
          </a:p>
          <a:p>
            <a:r>
              <a:rPr lang="en-US" dirty="0"/>
              <a:t>Rubik</a:t>
            </a:r>
          </a:p>
          <a:p>
            <a:endParaRPr lang="en-US" dirty="0"/>
          </a:p>
          <a:p>
            <a:r>
              <a:rPr lang="en-US" dirty="0"/>
              <a:t>USB #2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4AA194-A22B-3EB3-F863-E569299960E1}"/>
              </a:ext>
            </a:extLst>
          </p:cNvPr>
          <p:cNvCxnSpPr>
            <a:cxnSpLocks/>
          </p:cNvCxnSpPr>
          <p:nvPr/>
        </p:nvCxnSpPr>
        <p:spPr>
          <a:xfrm flipV="1">
            <a:off x="6755424" y="1833471"/>
            <a:ext cx="585001" cy="40176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B075E5-5459-8164-882D-0E1538A94541}"/>
              </a:ext>
            </a:extLst>
          </p:cNvPr>
          <p:cNvCxnSpPr>
            <a:cxnSpLocks/>
          </p:cNvCxnSpPr>
          <p:nvPr/>
        </p:nvCxnSpPr>
        <p:spPr>
          <a:xfrm flipV="1">
            <a:off x="6647793" y="2642300"/>
            <a:ext cx="692632" cy="16080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2B3408-1B25-DF37-74B9-45B4F9E7ADC3}"/>
              </a:ext>
            </a:extLst>
          </p:cNvPr>
          <p:cNvCxnSpPr>
            <a:cxnSpLocks/>
          </p:cNvCxnSpPr>
          <p:nvPr/>
        </p:nvCxnSpPr>
        <p:spPr>
          <a:xfrm flipV="1">
            <a:off x="6825735" y="3196298"/>
            <a:ext cx="729101" cy="16901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9D2BFC-8798-521C-0E33-21F2AD07CDB6}"/>
              </a:ext>
            </a:extLst>
          </p:cNvPr>
          <p:cNvSpPr txBox="1"/>
          <p:nvPr/>
        </p:nvSpPr>
        <p:spPr>
          <a:xfrm>
            <a:off x="3746736" y="1104589"/>
            <a:ext cx="641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April</a:t>
            </a:r>
          </a:p>
          <a:p>
            <a:r>
              <a:rPr lang="en-US" dirty="0"/>
              <a:t>tags</a:t>
            </a:r>
          </a:p>
        </p:txBody>
      </p:sp>
    </p:spTree>
    <p:extLst>
      <p:ext uri="{BB962C8B-B14F-4D97-AF65-F5344CB8AC3E}">
        <p14:creationId xmlns:p14="http://schemas.microsoft.com/office/powerpoint/2010/main" val="407681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Sicking</dc:creator>
  <cp:lastModifiedBy>Paul Sicking</cp:lastModifiedBy>
  <cp:revision>1</cp:revision>
  <dcterms:created xsi:type="dcterms:W3CDTF">2026-08-17T19:54:02Z</dcterms:created>
  <dcterms:modified xsi:type="dcterms:W3CDTF">2026-08-17T20:55:06Z</dcterms:modified>
</cp:coreProperties>
</file>