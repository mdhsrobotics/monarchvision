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E2CF6-93F0-C7B0-AAC5-B15D3375C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1875FC-C3FB-9CA7-28BB-AF5EBA0F4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36B431-0B1E-5F36-1203-6E3562B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D11D0-0881-0582-0EB3-75CFA704E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87FADD-E8F7-E3B3-CD3C-9E1C6A0F3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235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FA8C6-DD2A-7E32-F956-1C28971E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F751E-8E01-5ED2-7955-B65A79307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54DBAF-510F-0117-AB69-188A6A47B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BE26A-5196-7AD3-C957-7884E6BA2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DAEBA9-D6FE-1C08-3005-8A6A48D46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0485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FBD11-3080-C496-BDC6-0D91D65C4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F2407B-247F-C8F1-1157-57337056A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BF4026-C80A-D55F-3518-AD783A3BD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F664C3-4EF2-48F3-3D32-57260031A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B0E8-5E7F-1BE7-713C-E0F0DBF8E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00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314C6-5D12-1F76-AA23-691700475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3AA24-1D9E-243B-59A9-EA7C649230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D8084-F742-0C53-B38E-7816C26965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982A79-396B-1723-66C2-1058AB8BE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F1489F-BC53-CBBA-90A8-1041B87DD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2667D0-A93F-4CE0-9F4C-7C9F9ECF9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62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BF003-ADC8-53D8-DA37-1D28BCE60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8C8B29-939D-6A34-0284-44004DC161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65B9CE-63D5-D419-4420-B28387A20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29971-B610-CCFE-0D91-FD3B45445A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5BA9F1-0D20-E635-4947-8435827DE6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574124-E157-FAAC-5925-55C06CB6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3CF43A-551D-D562-6330-0FCFAB41F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89EE8-598F-0348-BC3E-5A5F944E14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65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A0DD5-3E87-31F8-2C8F-A2FB03B54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DCBD6-A3F3-D186-E0D2-DB9F8AB9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04D8A5-BFC4-171C-44BE-FB0B5D9DD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93D6B-120F-D87F-9781-030719796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03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AEAEC8-EF6A-DFDB-A986-AA1521AC9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47629-C1F6-ED7F-63AB-9E99C5AEE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8168F8-A0A4-6523-846E-7F5765E03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180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F632E-3E6B-14D4-D00C-30A016AA5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9998D-6FCB-8257-C2AC-78B5BC6A3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700A61-0C02-E059-5168-F69A0758F2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888516-1BD5-D2EB-6A89-6CE4E2EDC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53156-58B1-D5F4-9DF4-8DF6EF0F6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1F96F0-62FE-FE5B-A02A-F58EA4152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5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EB88-453B-8550-6910-1BE1D220C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647E38-AF10-EF6D-25C9-1C9C2099E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614989-8688-C68A-25B0-32A04CAC4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999B6F-A469-F031-7685-6800EC63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B453F0-87AB-0D46-96FF-FE6014E74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C41A59-1008-0B9B-D384-CC0771D60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862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DC12-A681-74A8-1CED-027848784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FE0586-2093-8F87-C083-5AF2ECCA55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CCBED-8F28-D09C-E55B-34D45B3D64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72B5FF-8E7B-75B8-AEB1-A77646E92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2FF573-2B3F-4D81-F025-9D7B9594A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385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728AA2-0D61-B36B-44B1-A5C885812E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EAD9FC-0508-4107-1517-F4163384B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D2D22-8318-A24C-B32B-6182F29B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AD676-5B5A-BDC9-30AC-231D529BD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5D598-FA3D-3E08-ED2C-DA04A2A3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274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86E023-EABF-F999-DDE7-24435799C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A3E1E-4AE0-DC4A-887B-BDFA378C4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959B7-7AA4-8772-9516-5299E7B332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551878-E37B-4750-806A-2AF402944E90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4FEBE-764B-CC47-DB9C-AAA26386FF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5917A-7F8E-9FF5-E75F-72174826C3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0864B8-422F-4C53-BDFE-D4D81F9E0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9529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2E29297-2773-F9AD-9CE8-CD158FF84D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22" t="15997" b="5413"/>
          <a:stretch>
            <a:fillRect/>
          </a:stretch>
        </p:blipFill>
        <p:spPr>
          <a:xfrm rot="5400000">
            <a:off x="499789" y="1341618"/>
            <a:ext cx="5647208" cy="37963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E9DE8C9-8A0C-42D6-F5F7-C7DB43493E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90" b="4919"/>
          <a:stretch>
            <a:fillRect/>
          </a:stretch>
        </p:blipFill>
        <p:spPr>
          <a:xfrm>
            <a:off x="5929465" y="416210"/>
            <a:ext cx="3514245" cy="564720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1AFE861-F08E-E4F3-6E3A-8C5095D3953E}"/>
              </a:ext>
            </a:extLst>
          </p:cNvPr>
          <p:cNvSpPr txBox="1"/>
          <p:nvPr/>
        </p:nvSpPr>
        <p:spPr>
          <a:xfrm>
            <a:off x="2535089" y="2642300"/>
            <a:ext cx="88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FRONT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9A151C-B009-9BB8-4564-FAAF8D201A33}"/>
              </a:ext>
            </a:extLst>
          </p:cNvPr>
          <p:cNvSpPr txBox="1"/>
          <p:nvPr/>
        </p:nvSpPr>
        <p:spPr>
          <a:xfrm>
            <a:off x="7114452" y="2050568"/>
            <a:ext cx="74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BACK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79A589-337C-CA19-5DBC-24A6AFD5E702}"/>
              </a:ext>
            </a:extLst>
          </p:cNvPr>
          <p:cNvSpPr txBox="1"/>
          <p:nvPr/>
        </p:nvSpPr>
        <p:spPr>
          <a:xfrm>
            <a:off x="2319068" y="2235234"/>
            <a:ext cx="1101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Limelight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879639-DD65-866F-97C7-444A6C3C344B}"/>
              </a:ext>
            </a:extLst>
          </p:cNvPr>
          <p:cNvSpPr txBox="1"/>
          <p:nvPr/>
        </p:nvSpPr>
        <p:spPr>
          <a:xfrm>
            <a:off x="3758494" y="3011632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#3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1127B14-00A8-547E-098B-2244578AD1CF}"/>
              </a:ext>
            </a:extLst>
          </p:cNvPr>
          <p:cNvCxnSpPr>
            <a:cxnSpLocks/>
          </p:cNvCxnSpPr>
          <p:nvPr/>
        </p:nvCxnSpPr>
        <p:spPr>
          <a:xfrm flipH="1" flipV="1">
            <a:off x="4004435" y="2781037"/>
            <a:ext cx="126124" cy="321617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E858D9E2-57AD-0B71-5D06-F34377D122DE}"/>
              </a:ext>
            </a:extLst>
          </p:cNvPr>
          <p:cNvSpPr txBox="1"/>
          <p:nvPr/>
        </p:nvSpPr>
        <p:spPr>
          <a:xfrm>
            <a:off x="3203534" y="771724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#13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421662-FB66-C2D2-C47B-1077DE83FFC6}"/>
              </a:ext>
            </a:extLst>
          </p:cNvPr>
          <p:cNvSpPr txBox="1"/>
          <p:nvPr/>
        </p:nvSpPr>
        <p:spPr>
          <a:xfrm>
            <a:off x="4327614" y="898899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#14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632CDB-6B34-A6BC-3CF7-2B053B54FB6E}"/>
              </a:ext>
            </a:extLst>
          </p:cNvPr>
          <p:cNvSpPr txBox="1"/>
          <p:nvPr/>
        </p:nvSpPr>
        <p:spPr>
          <a:xfrm>
            <a:off x="7428033" y="4773799"/>
            <a:ext cx="6147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Fuel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E86921-D7C6-4D85-975A-68B0628510AE}"/>
              </a:ext>
            </a:extLst>
          </p:cNvPr>
          <p:cNvSpPr txBox="1"/>
          <p:nvPr/>
        </p:nvSpPr>
        <p:spPr>
          <a:xfrm>
            <a:off x="5929465" y="2088302"/>
            <a:ext cx="90441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USB #1</a:t>
            </a:r>
          </a:p>
          <a:p>
            <a:endParaRPr lang="en-US" dirty="0"/>
          </a:p>
          <a:p>
            <a:r>
              <a:rPr lang="en-US" dirty="0"/>
              <a:t>Rubik</a:t>
            </a:r>
          </a:p>
          <a:p>
            <a:endParaRPr lang="en-US" dirty="0"/>
          </a:p>
          <a:p>
            <a:r>
              <a:rPr lang="en-US" dirty="0"/>
              <a:t>USB #2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34AA194-A22B-3EB3-F863-E569299960E1}"/>
              </a:ext>
            </a:extLst>
          </p:cNvPr>
          <p:cNvCxnSpPr>
            <a:cxnSpLocks/>
          </p:cNvCxnSpPr>
          <p:nvPr/>
        </p:nvCxnSpPr>
        <p:spPr>
          <a:xfrm flipV="1">
            <a:off x="6755424" y="1833471"/>
            <a:ext cx="585001" cy="401763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AB075E5-5459-8164-882D-0E1538A94541}"/>
              </a:ext>
            </a:extLst>
          </p:cNvPr>
          <p:cNvCxnSpPr>
            <a:cxnSpLocks/>
          </p:cNvCxnSpPr>
          <p:nvPr/>
        </p:nvCxnSpPr>
        <p:spPr>
          <a:xfrm flipV="1">
            <a:off x="6647793" y="2642300"/>
            <a:ext cx="692632" cy="160808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42B3408-1B25-DF37-74B9-45B4F9E7ADC3}"/>
              </a:ext>
            </a:extLst>
          </p:cNvPr>
          <p:cNvCxnSpPr>
            <a:cxnSpLocks/>
          </p:cNvCxnSpPr>
          <p:nvPr/>
        </p:nvCxnSpPr>
        <p:spPr>
          <a:xfrm flipV="1">
            <a:off x="6825735" y="3196298"/>
            <a:ext cx="729101" cy="169011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9D2BFC-8798-521C-0E33-21F2AD07CDB6}"/>
              </a:ext>
            </a:extLst>
          </p:cNvPr>
          <p:cNvSpPr txBox="1"/>
          <p:nvPr/>
        </p:nvSpPr>
        <p:spPr>
          <a:xfrm>
            <a:off x="3746736" y="1104589"/>
            <a:ext cx="6415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April</a:t>
            </a:r>
          </a:p>
          <a:p>
            <a:r>
              <a:rPr lang="en-US" dirty="0"/>
              <a:t>tags</a:t>
            </a:r>
          </a:p>
        </p:txBody>
      </p:sp>
    </p:spTree>
    <p:extLst>
      <p:ext uri="{BB962C8B-B14F-4D97-AF65-F5344CB8AC3E}">
        <p14:creationId xmlns:p14="http://schemas.microsoft.com/office/powerpoint/2010/main" val="40768195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214790-C1E3-7D6A-B397-2029E7DE45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" r="5011" b="18777"/>
          <a:stretch>
            <a:fillRect/>
          </a:stretch>
        </p:blipFill>
        <p:spPr>
          <a:xfrm rot="5400000">
            <a:off x="501431" y="1406513"/>
            <a:ext cx="6381885" cy="41490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A84F73-BD42-E235-6E86-B64A4FD5E9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738" y="290086"/>
            <a:ext cx="4660169" cy="637773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69680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EE7E5-DD79-B64A-8565-AA757041A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5C78E0-ED38-ED47-0C04-8E5147155F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36" r="9216"/>
          <a:stretch>
            <a:fillRect/>
          </a:stretch>
        </p:blipFill>
        <p:spPr>
          <a:xfrm>
            <a:off x="2176199" y="284328"/>
            <a:ext cx="3411100" cy="638349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9550E14-74AC-287F-44E5-0834F602F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503" y="288709"/>
            <a:ext cx="4711704" cy="63791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20302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DC8DE-5E6D-8A28-C136-4D64872A6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41AC46A-EB03-D87F-2498-65D0F8C92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31"/>
          <a:stretch>
            <a:fillRect/>
          </a:stretch>
        </p:blipFill>
        <p:spPr>
          <a:xfrm>
            <a:off x="6096000" y="284328"/>
            <a:ext cx="4647945" cy="63791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1677FBE-2194-1499-5E3E-B8030CCE11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4" t="14404"/>
          <a:stretch>
            <a:fillRect/>
          </a:stretch>
        </p:blipFill>
        <p:spPr>
          <a:xfrm rot="5400000">
            <a:off x="509329" y="1331725"/>
            <a:ext cx="6379117" cy="42843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CD3B42-78EA-52F7-2F1D-EF7016D4B77F}"/>
              </a:ext>
            </a:extLst>
          </p:cNvPr>
          <p:cNvSpPr txBox="1"/>
          <p:nvPr/>
        </p:nvSpPr>
        <p:spPr>
          <a:xfrm>
            <a:off x="1981726" y="2330138"/>
            <a:ext cx="1108893" cy="646331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Not</a:t>
            </a:r>
          </a:p>
          <a:p>
            <a:pPr algn="ctr"/>
            <a:r>
              <a:rPr lang="en-US" dirty="0"/>
              <a:t>Detected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AC9156C-1547-0A20-4B86-F12232777F49}"/>
              </a:ext>
            </a:extLst>
          </p:cNvPr>
          <p:cNvCxnSpPr>
            <a:cxnSpLocks/>
          </p:cNvCxnSpPr>
          <p:nvPr/>
        </p:nvCxnSpPr>
        <p:spPr>
          <a:xfrm>
            <a:off x="2612346" y="2929230"/>
            <a:ext cx="126124" cy="33895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266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5F61F47-8922-B6CC-E844-7020BD9063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72"/>
          <a:stretch>
            <a:fillRect/>
          </a:stretch>
        </p:blipFill>
        <p:spPr>
          <a:xfrm>
            <a:off x="746784" y="611883"/>
            <a:ext cx="4911688" cy="407363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9A47CDF-3168-F308-D050-9ADA68AD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975" y="611882"/>
            <a:ext cx="4899935" cy="40736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5EC79A-B6E1-158B-374C-F8E6D3CE0A97}"/>
              </a:ext>
            </a:extLst>
          </p:cNvPr>
          <p:cNvSpPr txBox="1"/>
          <p:nvPr/>
        </p:nvSpPr>
        <p:spPr>
          <a:xfrm>
            <a:off x="2176546" y="4841382"/>
            <a:ext cx="20521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front_camera</a:t>
            </a:r>
            <a:endParaRPr lang="en-US" dirty="0"/>
          </a:p>
          <a:p>
            <a:pPr algn="ctr"/>
            <a:r>
              <a:rPr lang="en-US" dirty="0"/>
              <a:t>192.168.4.80:1182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4D761A-403D-9490-0B8D-CC22D4557AD4}"/>
              </a:ext>
            </a:extLst>
          </p:cNvPr>
          <p:cNvSpPr txBox="1"/>
          <p:nvPr/>
        </p:nvSpPr>
        <p:spPr>
          <a:xfrm>
            <a:off x="7240860" y="4835075"/>
            <a:ext cx="20521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back_camera</a:t>
            </a:r>
            <a:endParaRPr lang="en-US" dirty="0"/>
          </a:p>
          <a:p>
            <a:pPr algn="ctr"/>
            <a:r>
              <a:rPr lang="en-US" dirty="0"/>
              <a:t>192.168.4.80:1184</a:t>
            </a:r>
          </a:p>
        </p:txBody>
      </p:sp>
    </p:spTree>
    <p:extLst>
      <p:ext uri="{BB962C8B-B14F-4D97-AF65-F5344CB8AC3E}">
        <p14:creationId xmlns:p14="http://schemas.microsoft.com/office/powerpoint/2010/main" val="350616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719E5F-1C93-8324-3E14-232DF5FAB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383" y="1371539"/>
            <a:ext cx="3892720" cy="35147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715B44-100F-9949-6133-41FC7F4BE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483" y="1371539"/>
            <a:ext cx="4215651" cy="35147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5DA663-BD45-B4A8-5E98-1C97CAF13EE6}"/>
              </a:ext>
            </a:extLst>
          </p:cNvPr>
          <p:cNvSpPr txBox="1"/>
          <p:nvPr/>
        </p:nvSpPr>
        <p:spPr>
          <a:xfrm>
            <a:off x="3356010" y="5117129"/>
            <a:ext cx="1841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fuel detected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104099-4C56-3DCE-563A-F4D26DA80FAD}"/>
              </a:ext>
            </a:extLst>
          </p:cNvPr>
          <p:cNvSpPr txBox="1"/>
          <p:nvPr/>
        </p:nvSpPr>
        <p:spPr>
          <a:xfrm>
            <a:off x="7623945" y="5117129"/>
            <a:ext cx="2086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 of 6 fuel detected</a:t>
            </a:r>
          </a:p>
        </p:txBody>
      </p:sp>
    </p:spTree>
    <p:extLst>
      <p:ext uri="{BB962C8B-B14F-4D97-AF65-F5344CB8AC3E}">
        <p14:creationId xmlns:p14="http://schemas.microsoft.com/office/powerpoint/2010/main" val="26574227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38</Words>
  <Application>Microsoft Office PowerPoint</Application>
  <PresentationFormat>Widescreen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 Sicking</dc:creator>
  <cp:lastModifiedBy>Paul Sicking</cp:lastModifiedBy>
  <cp:revision>13</cp:revision>
  <dcterms:created xsi:type="dcterms:W3CDTF">2026-08-17T19:54:02Z</dcterms:created>
  <dcterms:modified xsi:type="dcterms:W3CDTF">2026-08-20T05:39:17Z</dcterms:modified>
</cp:coreProperties>
</file>